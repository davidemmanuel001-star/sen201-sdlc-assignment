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Result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David Emmanuel Enenche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to manage student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students, courses,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Students, Courses, Results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features tested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works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